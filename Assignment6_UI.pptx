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82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 Assignment 6   UI Choice &amp; Justification    UI Implementation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4592" y="731520"/>
            <a:ext cx="429768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4592" y="731520"/>
            <a:ext cx="4297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Choice &amp; Justification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Chosen Interface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95020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Direct Manipulation Interface (GUI-based Web App)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Visual, click-and-drag interactions — no command memorisation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Real-time feedback for every user action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23637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Why Direct Manipulation?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38044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Matches mental model — objects visible &amp; actionable directly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Low learning curve for non-technical end users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Immediate visibility of results reduces errors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Industry-standard for task/project management tools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" y="36987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Alternatives Considered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973068"/>
            <a:ext cx="395020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Command Language — powerful but steep learning curve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Menu-based — structured but slower for frequent actions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Direct Manipulation chosen for best usability 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1728" y="731520"/>
            <a:ext cx="429768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81728" y="731520"/>
            <a:ext cx="4297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91456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UI Implementation &amp; Interactions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UI Components Built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2896" y="1536192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Login / Register forms with validation feedback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Task Dashboard — card-based layout with status filters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Task Creator / Editor modal dialog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Navigation bar with role-based menu items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596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User Interaction 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2871216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Open App → Login screen → enter credentials → Dashboard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Create Task → fill form → Submit → card appears instantly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Click task card → Edit modal → Save → UI updates in place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Mark Complete → checkbox toggles → task moves to Done column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Tech Stack for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4206240"/>
            <a:ext cx="39502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React (component-based, state-driven re-renders)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CSS / Tailwind — responsive layout across devices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04088"/>
            <a:ext cx="4462272" cy="44394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64592" y="731520"/>
            <a:ext cx="4297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Component 1 — Auth &amp; Login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9502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React · Axios · JWT · LocalStorage for token persistence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18973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UI Elements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71700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Login form — email + password fields with inline validation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Register form — name, email, password, confirm password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Error banners shown on invalid credentials (401 / 400)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Redirect to Dashboard on successful auth (JWT stored)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" y="32324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Interaction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06724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User fills form → Submit → POST /api/auth/login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Token received → saved to localStorage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Axios interceptor attaches token to all future requests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Unauthenticated routes redirect back to /login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" y="45674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1748"/>
            <a:ext cx="39502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"/>
              </a:spcAft>
              <a:buSzPct val="100000"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8848" y="731520"/>
            <a:ext cx="4645152" cy="44119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81728" y="731520"/>
            <a:ext cx="4297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91456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Component 2 — Task Management 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1536192"/>
            <a:ext cx="39502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React (frontend) · Node/Express (backend) · MongoDB Atlas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8973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UI Elements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2171700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Dashboard — card grid grouped by status (Todo / In Progress / Done)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Add Task button → modal with title, description, priority, due date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Edit icon on each card → pre-filled modal → Save updates card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Delete icon → confirmation prompt → card removed from grid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2324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BA4"/>
                </a:solidFill>
              </a:rPr>
              <a:t>Frontend ↔ Backend Interaction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2896" y="3506724"/>
            <a:ext cx="3950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GET /api/tasks → fetch &amp; render all tasks on load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POST /api/tasks → new card appears instantly (optimistic UI)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PUT /api/tasks/:id → card title/status updated in real time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DELETE /api/tasks/:id → card removed without page reload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5674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82896" y="4841748"/>
            <a:ext cx="39502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D39BDF53-D366-2FF8-0EB5-390C4BAFCD68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431</Words>
  <Application>Microsoft Office PowerPoint</Application>
  <PresentationFormat>On-screen Show (16:9)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331 — Assignment 6</dc:title>
  <dc:subject>PptxGenJS Presentation</dc:subject>
  <dc:creator>PptxGenJS</dc:creator>
  <cp:lastModifiedBy>Yash Sharma</cp:lastModifiedBy>
  <cp:revision>2</cp:revision>
  <dcterms:created xsi:type="dcterms:W3CDTF">2026-03-16T04:21:04Z</dcterms:created>
  <dcterms:modified xsi:type="dcterms:W3CDTF">2026-03-16T04:28:05Z</dcterms:modified>
</cp:coreProperties>
</file>