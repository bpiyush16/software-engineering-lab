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331 — Assignment 5  |  Part I: Hosting &amp; Deployment  ·  Part II: User Access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77640" cy="292608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397764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Hosting &amp; Deployment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3977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Site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Netlify / Vercel (static React, global CDN)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→ Render.com / AWS EC2 (Node.js or Flask)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→ MongoDB Atlas / AWS RDS (cloud-managed)</a:t>
            </a:r>
            <a:endParaRPr lang="en-US" sz="1100" dirty="0"/>
          </a:p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→ auto-deploy triggers on Netlify &amp; Render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(API URL, DB URI, JWT secret) set in platform dashboard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cluster created; backend IP whitelisted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restricted to frontend domain; REST over HTTPS only</a:t>
            </a:r>
            <a:endParaRPr lang="en-US" sz="1100" dirty="0"/>
          </a:p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 — SSL auto-provisioned on all components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issued on login; verified by auth middleware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sanitised server-side (prevent injection &amp; XSS)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secrets stored as environment variables (no hardcoding)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0" cy="411480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29260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User Access &amp; 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207008"/>
            <a:ext cx="4114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Method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frontend URL in browser — no installation needed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served from CDN; renders on any device</a:t>
            </a:r>
            <a:endParaRPr lang="en-US" sz="1100" dirty="0"/>
          </a:p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credentials → Backend validates → JWT issued → stored in browser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requests carry JWT in the Authorization header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Unauthenticated: public pages only  |  Authenticated: full access</a:t>
            </a:r>
            <a:endParaRPr lang="en-US" sz="1100" dirty="0"/>
          </a:p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(4-Layer)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(Browser) → Frontend (React / CDN)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Backend API via HTTPS REST calls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→ Database (MongoDB) via internal query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 (JWT/OAuth2) intercepts protected routes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APIs (Email, Storage, Maps) called from backend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331 — Assignment 5  |  Part III: Implementation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77640" cy="292608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397764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— Auth API (Register &amp; Login)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3977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· MongoDB (Mongoose) · bcrypt · JWT</a:t>
            </a:r>
            <a:endParaRPr lang="en-US" sz="1100" dirty="0"/>
          </a:p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/api/auth/register — validates input, hashes password, saves user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— checks credentials, returns signed JWT (7-day)</a:t>
            </a:r>
            <a:endParaRPr lang="en-US" sz="1100" dirty="0"/>
          </a:p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authMiddleware.js — verifies JWT on every protected route</a:t>
            </a:r>
            <a:endParaRPr lang="en-US" sz="1100" dirty="0"/>
          </a:p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on valid login · 401 wrong credentials · 400 missing fields</a:t>
            </a:r>
            <a:endParaRPr lang="en-US" sz="1100" dirty="0"/>
          </a:p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form → POST /api/auth/login → receives token → stored in localStorage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attached via axios interceptor to all subsequent requests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0" cy="411480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— Task CRUD Service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207008"/>
            <a:ext cx="4114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(frontend) · Node/Express (backend) · MongoDB Atlas</a:t>
            </a:r>
            <a:endParaRPr lang="en-US" sz="1100" dirty="0"/>
          </a:p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/api/tasks — fetch all tasks for authenticated user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/api/tasks — create new task, returns saved document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/api/tasks/:id — update task title or status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/api/tasks/:id — remove task by ID</a:t>
            </a:r>
            <a:endParaRPr lang="en-US" sz="1100" dirty="0"/>
          </a:p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 Interaction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 auto-attaches JWT to every request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updates React state → UI re-renders without reload</a:t>
            </a:r>
            <a:endParaRPr lang="en-US" sz="1100" dirty="0"/>
          </a:p>
          <a:p>
            <a:pPr indent="0" marL="0">
              <a:spcBef>
                <a:spcPts val="5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 → appears instantly · Mark complete → DB updated in real time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2026-03-15T15:55:13Z</dcterms:created>
  <dcterms:modified xsi:type="dcterms:W3CDTF">2026-03-15T15:55:13Z</dcterms:modified>
</cp:coreProperties>
</file>